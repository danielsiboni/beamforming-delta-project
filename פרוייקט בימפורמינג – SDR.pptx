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59a31ce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59a31ce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59a31ce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59a31c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f59a31ce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f59a31ce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f59a31ce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f59a31ce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f59a31ce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f59a31ce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f59a31ce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f59a31ce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f59a31ce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f59a31ce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59a31ce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59a31ce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1" Type="http://schemas.openxmlformats.org/officeDocument/2006/relationships/image" Target="../media/image3.png"/><Relationship Id="rId10" Type="http://schemas.openxmlformats.org/officeDocument/2006/relationships/image" Target="../media/image7.png"/><Relationship Id="rId12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82UXF96dzXSce1QnabncYjb6RgHxi2kN/view" TargetMode="External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qaTsDdU1CZ_7VP3qteLzOp2GuAB8f5kx/view" TargetMode="External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2dILMgG9BDt9gvEZkQrODYopmpNHFQoX/view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y5cBIYXeM2XaOnyP5t2bqlg4evm_VcR7/view" TargetMode="Externa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6000"/>
              <a:t> </a:t>
            </a:r>
            <a:r>
              <a:rPr lang="iw" sz="5900"/>
              <a:t>פרוייקט בימפורמינג – SDR</a:t>
            </a:r>
            <a:endParaRPr sz="5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iw" sz="2400">
                <a:solidFill>
                  <a:schemeClr val="dk1"/>
                </a:solidFill>
              </a:rPr>
              <a:t>(</a:t>
            </a:r>
            <a:r>
              <a:rPr b="1" lang="iw" sz="2400">
                <a:solidFill>
                  <a:schemeClr val="dk1"/>
                </a:solidFill>
              </a:rPr>
              <a:t>S</a:t>
            </a:r>
            <a:r>
              <a:rPr lang="iw" sz="2400">
                <a:solidFill>
                  <a:schemeClr val="dk1"/>
                </a:solidFill>
              </a:rPr>
              <a:t>iboni, </a:t>
            </a:r>
            <a:r>
              <a:rPr b="1" lang="iw" sz="2400">
                <a:solidFill>
                  <a:schemeClr val="dk1"/>
                </a:solidFill>
              </a:rPr>
              <a:t>D</a:t>
            </a:r>
            <a:r>
              <a:rPr lang="iw" sz="2400">
                <a:solidFill>
                  <a:schemeClr val="dk1"/>
                </a:solidFill>
              </a:rPr>
              <a:t>olev, </a:t>
            </a:r>
            <a:r>
              <a:rPr b="1" lang="iw" sz="2400">
                <a:solidFill>
                  <a:schemeClr val="dk1"/>
                </a:solidFill>
              </a:rPr>
              <a:t>R</a:t>
            </a:r>
            <a:r>
              <a:rPr lang="iw" sz="2400">
                <a:solidFill>
                  <a:schemeClr val="dk1"/>
                </a:solidFill>
              </a:rPr>
              <a:t>ephael)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Jammer and beamforming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752" y="1193388"/>
            <a:ext cx="3328125" cy="32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950" y="1344100"/>
            <a:ext cx="3242950" cy="29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95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שיטות לעיצוב אלומה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300" y="867972"/>
            <a:ext cx="2603426" cy="25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8448" y="3653725"/>
            <a:ext cx="1839975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3412" y="3022626"/>
            <a:ext cx="2087122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713" y="1268450"/>
            <a:ext cx="29337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246875" y="600250"/>
            <a:ext cx="9402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dk2"/>
                </a:solidFill>
              </a:rPr>
              <a:t>MVDR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192700" y="600250"/>
            <a:ext cx="7413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dk2"/>
                </a:solidFill>
              </a:rPr>
              <a:t>LMS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3638" y="1268452"/>
            <a:ext cx="1561548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91600" y="2012888"/>
            <a:ext cx="142813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8723" y="3157051"/>
            <a:ext cx="2695491" cy="48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447" y="2109822"/>
            <a:ext cx="338545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2644300" y="4162050"/>
            <a:ext cx="840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dk2"/>
                </a:solidFill>
              </a:rPr>
              <a:t>LCMV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dk2"/>
                </a:solidFill>
              </a:rPr>
              <a:t>RLS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30850" y="4162050"/>
            <a:ext cx="10572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77900" y="4715175"/>
            <a:ext cx="2806267" cy="4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התמודדות עם שגיאות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w"/>
              <a:t>שגיאת סנכרון פאזות ואמפליטודות בין אותו USRP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w"/>
              <a:t>שגיאת שעון בין הUSRP השונים (שגיאת פאזה מצטברת)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w"/>
              <a:t>רגיולריזציה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w"/>
              <a:t>מדידת מרחקים לא אידיאלית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w"/>
              <a:t>החזרות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815650" y="2086525"/>
            <a:ext cx="38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w" sz="3120"/>
              <a:t>Physical simulations</a:t>
            </a:r>
            <a:endParaRPr sz="31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2251200" y="504600"/>
            <a:ext cx="464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w" sz="3120"/>
              <a:t>כיול שעונים בין USRP שונים</a:t>
            </a:r>
            <a:endParaRPr sz="3120"/>
          </a:p>
        </p:txBody>
      </p:sp>
      <p:pic>
        <p:nvPicPr>
          <p:cNvPr id="97" name="Google Shape;97;p18" title="WhatsApp Video 2026-03-12 at 11.03.31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2925" y="1077300"/>
            <a:ext cx="6645140" cy="37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775100" y="251500"/>
            <a:ext cx="143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w" sz="3120"/>
              <a:t>MVDR</a:t>
            </a:r>
            <a:endParaRPr sz="3120"/>
          </a:p>
        </p:txBody>
      </p:sp>
      <p:pic>
        <p:nvPicPr>
          <p:cNvPr id="103" name="Google Shape;103;p19" title="WhatsApp Video 2026-03-12 at 11.03.28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725" y="886200"/>
            <a:ext cx="7092284" cy="40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028225" y="152075"/>
            <a:ext cx="13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w" sz="3120"/>
              <a:t>LMS</a:t>
            </a:r>
            <a:endParaRPr sz="3120"/>
          </a:p>
        </p:txBody>
      </p:sp>
      <p:pic>
        <p:nvPicPr>
          <p:cNvPr id="109" name="Google Shape;109;p20" title="WhatsApp Video 2026-03-12 at 11.03.29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863" y="777750"/>
            <a:ext cx="7092284" cy="40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Physical experiment</a:t>
            </a:r>
            <a:endParaRPr/>
          </a:p>
        </p:txBody>
      </p:sp>
      <p:pic>
        <p:nvPicPr>
          <p:cNvPr id="115" name="Google Shape;115;p21" title="WhatsApp Video 2026-03-12 at 10.39.3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50" y="1017725"/>
            <a:ext cx="6977999" cy="39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